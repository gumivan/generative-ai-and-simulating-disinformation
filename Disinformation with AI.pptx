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A7FF-12AD-CDB9-E77E-9F5888284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5EC87-E1EF-90DD-F267-626E26785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2F470-3C86-472C-F356-2BC9672E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32C00-071F-3D35-41E8-9F5AA5DB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119C3-1719-EAFE-0A7B-C325B3DE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50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F54D-145D-242C-B297-8608DAFE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FE345-F6E7-49F0-8F17-D41F6D7F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7A2CD-6155-9937-35D1-9D61A178A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8092-9C46-5C79-E4E7-42EE02648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892E6-1279-D8F0-70BB-B219C681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7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D8D0-7B69-33EB-D339-8EF32AC6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3F787-4332-1726-D630-B4997E17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4FE53-B699-231F-DF16-120BE80A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763C1-375D-96D2-EE00-FC1E6FF7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3F21A-9259-8EE9-5653-CFC87539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20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6B4F2-9CB9-5E5C-633A-315E560D6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11B2A-D1A9-FC0B-999C-EA4A68655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D5DBD-159E-7F94-9A60-123211FEC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B56ED-20B1-D71A-E1D2-E25AFFC9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D0094-54EE-FFB0-C97A-1510FCCF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E5A7-69D5-F1B4-A0A9-426DCC55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73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9FE1-CBC6-12A0-B317-E4B96DEB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B2DCE-3FBC-4A77-DEB9-72AB96C85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E01AE-90D3-320D-213A-06D03F1E9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5CAA3-88B1-B217-F374-2C84805C5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0A94D-B24E-C292-91F0-3F1B78702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D21BBE-BC0B-F2C1-1A5F-B23114E9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50738-03B6-A818-99D9-F3129D55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00CFD3-C2A9-1056-A5B8-CB4E3DAF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57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942B-47DB-3D19-2F39-AAAF10D8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2862F-2BE9-2E22-BA21-A42796CC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3E64F-32EC-DD45-F15C-F6C8CAFF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961D9-73CA-606D-E7E7-F05B2822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21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251F4-0817-B7A6-3947-BE6CF0EC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9D30F-9764-9F47-4099-B9A9520B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64E25-F7FE-8810-F909-28170E8C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88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AF76-4325-71F7-7D75-92BFAD33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211B-5E00-1178-685B-822E58C4C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EF7CA-A5D4-10E6-6288-F5F1F8B87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DD856-3C93-1264-4C97-987399A1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0A133-9B68-5537-09ED-8A9AA42C2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F1FC4-BC11-CFB6-A434-1E277497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58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B094-CE0D-35C1-BE8D-0D972330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C07AB-BA08-A485-10F9-A3658189A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EEFAB-4145-368E-99F0-4B28F8280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47A8F-3329-B71A-E07C-D6D86A5D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52A00-3911-A5DD-AF74-5D44CD22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DAE60-9E10-1917-DEB3-207DED74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79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3F0B-6091-1621-93B8-24CB3712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E720C-6AB8-CBFE-7BCF-B8968AAF7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42138-2384-A3C4-0866-866F2DBEE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B54D-D5CD-1CA5-2D9C-1CB2D6DB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1E446-F4B6-0617-E227-E3EEE961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90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2123A0-D8BD-A37E-84C8-27B87AAE0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97BB2-FEB0-42F0-E57F-86A87570B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11C0-0B68-C09F-6C72-568583E7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FB1D2-88CF-7F8D-6775-5C200C49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00CC2-7E8C-F5F4-6831-4636E4F8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75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AF5DD-595D-92FF-C910-36EB64D9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DCC11-25B3-7DFA-A557-102E56884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5DF0C-86B0-A608-64DA-8196F9610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4DC9D-086B-432B-90D9-57434B47F2AF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EC047-A1E9-F117-2E5D-48E4EC8A1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1C082-D3F6-8C9E-EC8A-0E380CADD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0BC95-4306-4FE4-9145-45BABC7753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22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A40441-3F6E-27AE-1B9C-ED921C6EB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Disinformation with AI</a:t>
            </a:r>
            <a:endParaRPr lang="en-GB" sz="48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3AF94-BB00-5C86-D89E-BBAF7138D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Group 4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4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rtifact Group 4">
            <a:hlinkClick r:id="" action="ppaction://media"/>
            <a:extLst>
              <a:ext uri="{FF2B5EF4-FFF2-40B4-BE49-F238E27FC236}">
                <a16:creationId xmlns:a16="http://schemas.microsoft.com/office/drawing/2014/main" id="{1824205F-DBF9-CD2D-827E-D984F5B398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68486" y="-969819"/>
            <a:ext cx="4604657" cy="837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4411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FB7B1-44CB-2501-A34B-D389C74F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1556119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Impacts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2200" i="1" dirty="0">
                <a:solidFill>
                  <a:schemeClr val="bg1">
                    <a:lumMod val="75000"/>
                  </a:schemeClr>
                </a:solidFill>
              </a:rPr>
              <a:t>In what ways does generative AI enable disinformation, and how can trust be protected?</a:t>
            </a: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 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35CE8-9022-128D-85D5-FC0AD0B5C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People could become less trusting of news sources, leading to confusion about current events</a:t>
            </a:r>
          </a:p>
          <a:p>
            <a:r>
              <a:rPr lang="en-US" sz="2000" dirty="0"/>
              <a:t>People could use fake news to alter people's perception and change their opinions </a:t>
            </a:r>
          </a:p>
          <a:p>
            <a:r>
              <a:rPr lang="en-US" sz="2000" dirty="0"/>
              <a:t>AI is becoming widely available and more realistic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51174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17057-4DFA-6AC9-628D-FD9899E7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Goals 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96894-EAB1-C9DD-A96A-9272DC881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Our Goal was to create a realistic news report on a fake event, proving how easy Disinformation is to develop and how believable we can make it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5940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CD895-1637-9AAD-3F72-12F3AC00F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53F083-024F-2995-6B44-8945D1AA1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27A380-B346-6E91-E120-B882F251C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0C458-F0B7-E988-46DB-1332D24C7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5B5260-B1AD-6C11-AEE9-7E1326425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7EE303-66A6-778A-EC4D-9B18915E0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9CA72-08F3-69DE-7DB9-E530D54F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1A0364-5DF8-94CB-C8B4-BAB729054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EED03-4287-C3B2-3628-6DDFB38F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Steps 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019A0-FCD9-DB2F-0403-C0D7BFA0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6" y="759208"/>
            <a:ext cx="6886510" cy="554604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Our methodology was simple.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We began with a prompt for OpenAI’s Sora 2 Model (codes widely available).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“fire on the London bridge” 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We then iterated 5 times until we ended up with  this prompt: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“Generate a 10 second news report about the Tower Bridge being on fire, making sure the video is in landscape and the overlay is not cut out”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Then because Sora2 had a watermark which showed the artefact was AI-generated, we simply searched up for a watermark removal tool to extract it. The second tool we found got the job done very well, with the exception of removing one of the overlays showing breaking news.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Then it was a simple job of adding that back in with a Canva’s image generator.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9209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A3842-7725-C335-812F-653C78785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E0214A-3FD4-8390-2A58-F5BC91C18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74CD37-80B7-8EE1-AE81-E881D8F6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A09AC-0DF0-F715-4751-57676E251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D75FF-9901-9C3D-7DC0-084542F4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169E2-B811-E416-5842-FE08BED9E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46C46DF-8CE2-AD44-7804-C5D873C33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CD1A31-DF31-72BF-9E7C-B148BA9C6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79689-B30D-4D17-7482-2799BF1D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Conclusion?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89DA-A2B2-9A27-514A-4FF38BCAA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process of generating an AI video is extremely accessible to most online users.</a:t>
            </a:r>
          </a:p>
          <a:p>
            <a:r>
              <a:rPr lang="en-GB" sz="2000" dirty="0"/>
              <a:t>This makes the likelihood of it being used in creating and spreading disinformation online extremely high, and in fact we’ve already seen such videos circulating social media.</a:t>
            </a:r>
          </a:p>
          <a:p>
            <a:r>
              <a:rPr lang="en-GB" sz="2000" dirty="0"/>
              <a:t>Therefore it’s imperative that such tools are governed by regulatory oversight to prevent their misuse.</a:t>
            </a:r>
          </a:p>
        </p:txBody>
      </p:sp>
    </p:spTree>
    <p:extLst>
      <p:ext uri="{BB962C8B-B14F-4D97-AF65-F5344CB8AC3E}">
        <p14:creationId xmlns:p14="http://schemas.microsoft.com/office/powerpoint/2010/main" val="4018890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0E381E7018624F916131F05A230E0E" ma:contentTypeVersion="5" ma:contentTypeDescription="Create a new document." ma:contentTypeScope="" ma:versionID="76b53dc1364f23e24a2da676dce2de44">
  <xsd:schema xmlns:xsd="http://www.w3.org/2001/XMLSchema" xmlns:xs="http://www.w3.org/2001/XMLSchema" xmlns:p="http://schemas.microsoft.com/office/2006/metadata/properties" xmlns:ns3="4d6d2457-004d-491d-8895-581a8224f2b9" targetNamespace="http://schemas.microsoft.com/office/2006/metadata/properties" ma:root="true" ma:fieldsID="0b00ad9ce0ca41c839c07cd9aab6f4f8" ns3:_="">
    <xsd:import namespace="4d6d2457-004d-491d-8895-581a8224f2b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6d2457-004d-491d-8895-581a8224f2b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d6d2457-004d-491d-8895-581a8224f2b9" xsi:nil="true"/>
  </documentManagement>
</p:properties>
</file>

<file path=customXml/itemProps1.xml><?xml version="1.0" encoding="utf-8"?>
<ds:datastoreItem xmlns:ds="http://schemas.openxmlformats.org/officeDocument/2006/customXml" ds:itemID="{237E76C0-2400-45C8-BDB9-2199143AE1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6d2457-004d-491d-8895-581a8224f2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E43FAC-47DB-42C0-AA05-F653C8C5CF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A96FB6-9B05-4A6D-85E2-FF98896B5928}">
  <ds:schemaRefs>
    <ds:schemaRef ds:uri="http://schemas.microsoft.com/office/2006/documentManagement/types"/>
    <ds:schemaRef ds:uri="4d6d2457-004d-491d-8895-581a8224f2b9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20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Disinformation with AI</vt:lpstr>
      <vt:lpstr>PowerPoint Presentation</vt:lpstr>
      <vt:lpstr>Impacts In what ways does generative AI enable disinformation, and how can trust be protected?  </vt:lpstr>
      <vt:lpstr>Goals </vt:lpstr>
      <vt:lpstr>Steps </vt:lpstr>
      <vt:lpstr>Conclusion?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Gumeniuk</dc:creator>
  <cp:lastModifiedBy>Ivan Gumeniuk</cp:lastModifiedBy>
  <cp:revision>1</cp:revision>
  <dcterms:created xsi:type="dcterms:W3CDTF">2025-11-20T10:10:56Z</dcterms:created>
  <dcterms:modified xsi:type="dcterms:W3CDTF">2025-11-21T16:35:14Z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0x010100130E381E7018624F916131F05A230E0E</vt:lpwstr>
  </property>
</Properties>
</file>